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PYMATGEN | Category: CHEMICAL_MANUFACTURING</a:t>
            </a:r>
          </a:p>
          <a:p>
            <a:r>
              <a:rPr sz="1400"/>
              <a:t>Upstream: https://github.com/materialsproject/pymatgen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PYMATGEN.</a:t>
            </a:r>
          </a:p>
          <a:p>
            <a:r>
              <a:rPr sz="1400"/>
              <a:t>Python materials science for chemical R&amp;D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PYMATGEN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