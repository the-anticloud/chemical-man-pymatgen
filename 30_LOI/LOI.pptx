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PYMATGEN | Category: CHEMICAL_MANUFACTURING</a:t>
            </a:r>
          </a:p>
          <a:p>
            <a:r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PYMATGEN (Python materials science for chemical R&amp;D),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